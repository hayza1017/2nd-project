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41" d="100"/>
          <a:sy n="41" d="100"/>
        </p:scale>
        <p:origin x="19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36311A-1159-E8B1-7CD6-A2E442ADE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FA5DEA-D01C-5869-0F1F-2DE617477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F031CC-4E34-5DAD-7257-40D5A8019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04D84-2385-4CA5-B0D6-6F4A7F205DF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4B0BC8-ABBF-8AD3-100F-1809EDE13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853EB7-95D1-F345-CEB0-BEC8BB665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7F395-7DF4-4813-B064-87C2398E2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434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CAF289-172E-F6FC-F503-9C3051E96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AB3D31-FD1C-35E8-FEB1-745107D09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EF369F-8E43-4329-6973-AD7BBC1D7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04D84-2385-4CA5-B0D6-6F4A7F205DF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0955C2-B65C-120B-38CC-C78F5BF1A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FF9688-3B29-AF49-AD7B-BE0610247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7F395-7DF4-4813-B064-87C2398E2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667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52D100-5FF6-3FC0-D13A-DF9EBD8FD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99D90A-06E3-9E8D-D0A2-F9BFC93D9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6697BE-4172-1E30-CA95-922BDDD48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04D84-2385-4CA5-B0D6-6F4A7F205DF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9C121E-82BB-1339-FE2E-1D3D0FB6B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482353-2BCB-DE47-B361-7D578444D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7F395-7DF4-4813-B064-87C2398E2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402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EFB082-ABC5-59B0-3E7D-97A6BAA7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7D94BA-997E-B5D5-BF9A-AF591A4A9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199A49-5249-EE4D-BC57-3FBCE8FB3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168B26-B814-AE68-E04F-E41A0AD2E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04D84-2385-4CA5-B0D6-6F4A7F205DF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96A645-7128-98EB-E34E-B9541E278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C551C1-F368-644E-589A-879E9D6D5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7F395-7DF4-4813-B064-87C2398E2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705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8C922D-D6B9-73B1-B663-35D000A31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BCB284-BEAD-5DF6-8065-0AC3AE623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9339D5-B15F-0D98-82FA-A7B1BCBE1E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EBE187-39FA-63D4-7F29-F88E3CE714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FC0CCA5-2B4D-D14B-3F0D-F9A4F561FF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F0361C2-67CC-CD95-0DDD-57AA0C622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04D84-2385-4CA5-B0D6-6F4A7F205DF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A95AAE3-E07D-B9E7-3985-D3294DD4E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E8D89B5-002B-3B0E-CE75-67E4F1880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7F395-7DF4-4813-B064-87C2398E2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767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D290AD-FC19-C4CA-A328-4A776E19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74B925A-6E46-2017-CDBC-0B9B6298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04D84-2385-4CA5-B0D6-6F4A7F205DF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CAA5B43-59E9-4FD8-0911-63D0D6D85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FDDC25F-EA9C-100B-2D10-8949EC9C1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7F395-7DF4-4813-B064-87C2398E2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576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36E614-A37C-D305-4FCB-3531DCCBE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04D84-2385-4CA5-B0D6-6F4A7F205DF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CF4047D-EC80-3286-5838-AC6B2CBFF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065448-12D3-9D7F-2FC6-EA269322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7F395-7DF4-4813-B064-87C2398E2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978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50CCC2-1E8B-AD56-447E-4DE233624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F68EBA-D407-E07C-B36F-669566150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485C3D-F433-A555-BDDB-7BDB2B695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54B446-BDA4-A748-DF71-4DFD36B0D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04D84-2385-4CA5-B0D6-6F4A7F205DF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2C638-6F8D-3F2C-2086-EAD3FF988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A0C1C7-BFF0-73E9-908C-BD15F6AAE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7F395-7DF4-4813-B064-87C2398E2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958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1BF6B9-BB01-C7AC-60FF-82F1EF03D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633F4D0-4982-48E6-F06F-67324E89313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B6AC2F-0B22-B9CB-9FCE-E7AB929BF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EFA8A1-20D3-E8FF-7E9F-691E44309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04D84-2385-4CA5-B0D6-6F4A7F205DF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246B01-9BD6-1823-BDFD-2A305909E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51D6AD-3D9A-D930-0EC0-A0040CCE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7F395-7DF4-4813-B064-87C2398E2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254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DD0789-E65E-3FB7-E0DB-355768176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6B73A5-70F1-BEE4-2BA5-A18803D80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C1F508-763D-F826-4CA2-F62A6AB97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04D84-2385-4CA5-B0D6-6F4A7F205DF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F33B29-4494-54A0-F3EE-EB84CC589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C9B004-5C85-5229-95E8-CFF52922C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7F395-7DF4-4813-B064-87C2398E2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921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3384710-DE7D-701F-D5FA-00E740F694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B6CE92-BE66-096C-6316-059B4D14B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32B624-F5C4-6D20-581F-CB00A2B6B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04D84-2385-4CA5-B0D6-6F4A7F205DF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18580F-F14C-B91B-B7E5-C54D99E8A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7181B1-5E5C-DA1F-B5C7-82A764EB9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7F395-7DF4-4813-B064-87C2398E2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318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F9F9307-BD6A-20E7-D5D6-DCEB8AA12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2FD44B-E931-8C4C-2B9A-E8EA3DACB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D0197E-F2EC-B5A6-EB22-60F185650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004D84-2385-4CA5-B0D6-6F4A7F205DF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090DA3-180D-270A-C2AA-7EBAC43E72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D45EF1-437C-420E-F358-B9E8252C60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7F395-7DF4-4813-B064-87C2398E2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9378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3BE91F-B12C-5F28-23AD-BF32C6D931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 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5DFEB8-7FA4-6147-B60C-8240199FA7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5711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91DDDE-E83A-2D1F-E2EA-B3E605BA5B30}"/>
              </a:ext>
            </a:extLst>
          </p:cNvPr>
          <p:cNvSpPr txBox="1"/>
          <p:nvPr/>
        </p:nvSpPr>
        <p:spPr>
          <a:xfrm>
            <a:off x="2637064" y="155937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5422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</Words>
  <Application>Microsoft Office PowerPoint</Application>
  <PresentationFormat>와이드스크린</PresentationFormat>
  <Paragraphs>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2차 프로젝트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혜진 배</dc:creator>
  <cp:lastModifiedBy>혜진 배</cp:lastModifiedBy>
  <cp:revision>2</cp:revision>
  <dcterms:created xsi:type="dcterms:W3CDTF">2026-10-27T03:29:54Z</dcterms:created>
  <dcterms:modified xsi:type="dcterms:W3CDTF">2026-10-27T03:50:06Z</dcterms:modified>
</cp:coreProperties>
</file>